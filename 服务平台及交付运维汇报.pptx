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6957" r:id="rId2"/>
    <p:sldId id="16983" r:id="rId3"/>
  </p:sldIdLst>
  <p:sldSz cx="12192000" cy="6858000"/>
  <p:notesSz cx="6797675" cy="9926638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9" userDrawn="1">
          <p15:clr>
            <a:srgbClr val="A4A3A4"/>
          </p15:clr>
        </p15:guide>
        <p15:guide id="2" pos="36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中天人力" initials="中天人力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4D4D"/>
    <a:srgbClr val="FFFFFF"/>
    <a:srgbClr val="C2FDF2"/>
    <a:srgbClr val="84FBE5"/>
    <a:srgbClr val="4276AA"/>
    <a:srgbClr val="6292C2"/>
    <a:srgbClr val="5BA3EB"/>
    <a:srgbClr val="FE8767"/>
    <a:srgbClr val="F95C5C"/>
    <a:srgbClr val="F97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 autoAdjust="0"/>
    <p:restoredTop sz="80920" autoAdjust="0"/>
  </p:normalViewPr>
  <p:slideViewPr>
    <p:cSldViewPr snapToGrid="0" showGuides="1">
      <p:cViewPr varScale="1">
        <p:scale>
          <a:sx n="56" d="100"/>
          <a:sy n="56" d="100"/>
        </p:scale>
        <p:origin x="984" y="40"/>
      </p:cViewPr>
      <p:guideLst>
        <p:guide orient="horz" pos="2089"/>
        <p:guide pos="360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2026/6/30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1212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92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2669710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2266709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 userDrawn="1"/>
        </p:nvSpPr>
        <p:spPr>
          <a:xfrm>
            <a:off x="4526598" y="5439410"/>
            <a:ext cx="3139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2068C0"/>
                </a:solidFill>
                <a:effectLst/>
                <a:sym typeface="+mn-ea"/>
              </a:rPr>
              <a:t>杭州迪普科技股份有限公司</a:t>
            </a:r>
          </a:p>
        </p:txBody>
      </p:sp>
      <p:pic>
        <p:nvPicPr>
          <p:cNvPr id="21" name="图片 20" descr="资源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8985" y="864870"/>
            <a:ext cx="5343525" cy="13081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 flipH="1">
            <a:off x="0" y="1912620"/>
            <a:ext cx="12192635" cy="3024505"/>
          </a:xfrm>
          <a:prstGeom prst="rect">
            <a:avLst/>
          </a:prstGeom>
          <a:gradFill flip="none" rotWithShape="1">
            <a:gsLst>
              <a:gs pos="0">
                <a:srgbClr val="3594E5"/>
              </a:gs>
              <a:gs pos="73000">
                <a:srgbClr val="1047A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3" name="椭圆 22"/>
          <p:cNvSpPr/>
          <p:nvPr userDrawn="1"/>
        </p:nvSpPr>
        <p:spPr>
          <a:xfrm>
            <a:off x="8987790" y="2348230"/>
            <a:ext cx="2267585" cy="2267585"/>
          </a:xfrm>
          <a:prstGeom prst="ellipse">
            <a:avLst/>
          </a:prstGeom>
          <a:gradFill flip="none" rotWithShape="1">
            <a:gsLst>
              <a:gs pos="0">
                <a:srgbClr val="3E98E6">
                  <a:alpha val="50000"/>
                </a:srgbClr>
              </a:gs>
              <a:gs pos="100000">
                <a:srgbClr val="1047A4">
                  <a:alpha val="6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9246870" y="2994575"/>
            <a:ext cx="1758171" cy="974895"/>
            <a:chOff x="13542" y="3866"/>
            <a:chExt cx="3143" cy="1743"/>
          </a:xfrm>
        </p:grpSpPr>
        <p:pic>
          <p:nvPicPr>
            <p:cNvPr id="25" name="图片 24" descr="迪普LOGO-白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56" y="3866"/>
              <a:ext cx="2899" cy="1061"/>
            </a:xfrm>
            <a:prstGeom prst="rect">
              <a:avLst/>
            </a:prstGeom>
          </p:spPr>
        </p:pic>
        <p:sp>
          <p:nvSpPr>
            <p:cNvPr id="26" name="文本框 25"/>
            <p:cNvSpPr txBox="1"/>
            <p:nvPr/>
          </p:nvSpPr>
          <p:spPr>
            <a:xfrm>
              <a:off x="13542" y="5006"/>
              <a:ext cx="3143" cy="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chemeClr val="bg1"/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www.dptech.com</a:t>
              </a:r>
            </a:p>
          </p:txBody>
        </p:sp>
      </p:grpSp>
      <p:sp>
        <p:nvSpPr>
          <p:cNvPr id="27" name="椭圆 26"/>
          <p:cNvSpPr/>
          <p:nvPr userDrawn="1"/>
        </p:nvSpPr>
        <p:spPr>
          <a:xfrm>
            <a:off x="8171815" y="4056380"/>
            <a:ext cx="505460" cy="505460"/>
          </a:xfrm>
          <a:prstGeom prst="ellipse">
            <a:avLst/>
          </a:prstGeom>
          <a:gradFill flip="none" rotWithShape="1">
            <a:gsLst>
              <a:gs pos="0">
                <a:srgbClr val="3E98E6">
                  <a:alpha val="50000"/>
                </a:srgbClr>
              </a:gs>
              <a:gs pos="100000">
                <a:srgbClr val="1047A4">
                  <a:alpha val="6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715"/>
            <a:ext cx="12192000" cy="1842135"/>
          </a:xfrm>
          <a:prstGeom prst="rect">
            <a:avLst/>
          </a:prstGeom>
          <a:blipFill rotWithShape="1">
            <a:blip r:embed="rId2"/>
            <a:srcRect/>
            <a:stretch>
              <a:fillRect t="-201069" b="-19963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 userDrawn="1"/>
        </p:nvSpPr>
        <p:spPr>
          <a:xfrm flipH="1">
            <a:off x="0" y="1270"/>
            <a:ext cx="12192000" cy="1841500"/>
          </a:xfrm>
          <a:prstGeom prst="rect">
            <a:avLst/>
          </a:prstGeom>
          <a:gradFill flip="none" rotWithShape="1">
            <a:gsLst>
              <a:gs pos="0">
                <a:srgbClr val="3E98E6">
                  <a:alpha val="0"/>
                </a:srgbClr>
              </a:gs>
              <a:gs pos="100000">
                <a:srgbClr val="1047A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 userDrawn="1"/>
        </p:nvSpPr>
        <p:spPr>
          <a:xfrm>
            <a:off x="721360" y="557927"/>
            <a:ext cx="6051551" cy="714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4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  </a:t>
            </a:r>
            <a:r>
              <a:rPr lang="en-US" altLang="zh-CN" sz="4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CONTENTS</a:t>
            </a:r>
            <a:endParaRPr lang="zh-CN" altLang="en-US" sz="40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345123"/>
            <a:ext cx="175895" cy="391160"/>
          </a:xfrm>
          <a:prstGeom prst="rect">
            <a:avLst/>
          </a:prstGeom>
          <a:gradFill>
            <a:gsLst>
              <a:gs pos="0">
                <a:srgbClr val="3D96E5"/>
              </a:gs>
              <a:gs pos="100000">
                <a:srgbClr val="144EAA"/>
              </a:gs>
            </a:gsLst>
            <a:lin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3" name="图片 2" descr="迪普LOGO-无文字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82300" y="327660"/>
            <a:ext cx="1082040" cy="386080"/>
          </a:xfrm>
          <a:prstGeom prst="rect">
            <a:avLst/>
          </a:prstGeom>
        </p:spPr>
      </p:pic>
      <p:sp>
        <p:nvSpPr>
          <p:cNvPr id="6" name="标题占位符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56540" y="217170"/>
            <a:ext cx="10401935" cy="6477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>
            <a:lvl1pPr>
              <a:defRPr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>
            <a:off x="7314565" y="1498600"/>
            <a:ext cx="3421380" cy="3421380"/>
          </a:xfrm>
          <a:prstGeom prst="ellipse">
            <a:avLst/>
          </a:prstGeom>
          <a:gradFill flip="none" rotWithShape="1">
            <a:gsLst>
              <a:gs pos="0">
                <a:srgbClr val="3B93E2"/>
              </a:gs>
              <a:gs pos="100000">
                <a:srgbClr val="134CA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椭圆 3"/>
          <p:cNvSpPr/>
          <p:nvPr userDrawn="1"/>
        </p:nvSpPr>
        <p:spPr>
          <a:xfrm>
            <a:off x="6803390" y="4671060"/>
            <a:ext cx="660400" cy="660400"/>
          </a:xfrm>
          <a:prstGeom prst="ellipse">
            <a:avLst/>
          </a:prstGeom>
          <a:gradFill flip="none" rotWithShape="1">
            <a:gsLst>
              <a:gs pos="0">
                <a:srgbClr val="3B93E2"/>
              </a:gs>
              <a:gs pos="100000">
                <a:srgbClr val="134CA8">
                  <a:alpha val="10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椭圆 2"/>
          <p:cNvSpPr/>
          <p:nvPr userDrawn="1"/>
        </p:nvSpPr>
        <p:spPr>
          <a:xfrm>
            <a:off x="6898640" y="1576705"/>
            <a:ext cx="3343910" cy="3343275"/>
          </a:xfrm>
          <a:prstGeom prst="ellipse">
            <a:avLst/>
          </a:prstGeom>
          <a:blipFill rotWithShape="1">
            <a:blip r:embed="rId2"/>
            <a:stretch>
              <a:fillRect l="-38000" r="-38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5" name="图片 4" descr="迪普LOGO-无文字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82300" y="327660"/>
            <a:ext cx="1082040" cy="3860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Relationship Id="rId14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515600"/>
            <a:ext cx="10969200" cy="47368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7.emf"/><Relationship Id="rId2" Type="http://schemas.openxmlformats.org/officeDocument/2006/relationships/tags" Target="../tags/tag1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Visio___1.vsdx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Visio___2.vsdx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4635" y="344805"/>
          <a:ext cx="11682730" cy="6167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r:id="rId6" imgW="9192895" imgH="4853305" progId="Visio.Drawing.15">
                  <p:embed/>
                </p:oleObj>
              </mc:Choice>
              <mc:Fallback>
                <p:oleObj r:id="rId6" imgW="9192895" imgH="4853305" progId="Visio.Drawing.15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4635" y="344805"/>
                        <a:ext cx="11682730" cy="6167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062607"/>
              </p:ext>
            </p:extLst>
          </p:nvPr>
        </p:nvGraphicFramePr>
        <p:xfrm>
          <a:off x="1597660" y="0"/>
          <a:ext cx="9629140" cy="12364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Visio" r:id="rId5" imgW="9029570" imgH="12954139" progId="Visio.Drawing.15">
                  <p:embed/>
                </p:oleObj>
              </mc:Choice>
              <mc:Fallback>
                <p:oleObj name="Visio" r:id="rId5" imgW="9029570" imgH="12954139" progId="Visio.Drawing.15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7660" y="0"/>
                        <a:ext cx="9629140" cy="12364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WI3MTY0MDQyYTQ0NGM1NDU5Yzk0ZGZkZmY2M2YyZWEifQ=="/>
  <p:tag name="RESOURCE_RECORD_KEY" val="{&quot;13&quot;:[20419712,20419718,4680684,4563123,4364974],&quot;65&quot;:[20205176],&quot;70&quot;:[332597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20405940],&quot;65&quot;:[20205176]}"/>
  <p:tag name="ISLIDE.ICON" val="#137340;#384245;#61346;#71511;#133096;"/>
  <p:tag name="ISLIDE.VECTOR" val="#923899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20405940],&quot;65&quot;:[20205176]}"/>
  <p:tag name="ISLIDE.ICON" val="#137340;#384245;#61346;#71511;#133096;"/>
  <p:tag name="ISLIDE.VECTOR" val="#923899;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微软雅黑</vt:lpstr>
      <vt:lpstr>微软雅黑 Light</vt:lpstr>
      <vt:lpstr>Arial</vt:lpstr>
      <vt:lpstr>Office 主题​​</vt:lpstr>
      <vt:lpstr>Microsoft Visio 绘图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DPtech</dc:creator>
  <cp:lastModifiedBy>DP</cp:lastModifiedBy>
  <cp:revision>2452</cp:revision>
  <cp:lastPrinted>2022-03-01T07:04:00Z</cp:lastPrinted>
  <dcterms:created xsi:type="dcterms:W3CDTF">2019-06-19T02:08:00Z</dcterms:created>
  <dcterms:modified xsi:type="dcterms:W3CDTF">2026-06-30T08:01:51Z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0A02FEA41F2044AFABD6E7AD46DA0746_13</vt:lpwstr>
  </property>
</Properties>
</file>